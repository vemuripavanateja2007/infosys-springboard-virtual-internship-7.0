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Mukta Light"/>
      <p:regular r:id="rId201314"/>
    </p:embeddedFont>
    <p:embeddedFont>
      <p:font typeface="Mukta Bold"/>
      <p:regular r:id="rId201315"/>
    </p:embeddedFont>
    <p:embeddedFont>
      <p:font typeface="Promp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538611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Milestone 3: Sales, Notifications &amp; Reports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20012" y="3990181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Infosys Springboard Virtual Internship — Technical Deep Dive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4472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What's New in Milestone 3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20012" y="2427684"/>
            <a:ext cx="3446773" cy="2985591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8387" y="2646065"/>
            <a:ext cx="617125" cy="617141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047" y="2815729"/>
            <a:ext cx="277706" cy="2777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8387" y="3468886"/>
            <a:ext cx="30100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Sales Module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38387" y="3878064"/>
            <a:ext cx="301002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 sales with multiple line items and automatically track stock changes across related tables.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72461" y="2427684"/>
            <a:ext cx="3446773" cy="2985591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836" y="2646065"/>
            <a:ext cx="617125" cy="617141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496" y="2815729"/>
            <a:ext cx="277706" cy="2777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0836" y="3468886"/>
            <a:ext cx="30100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Notifications System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590836" y="3878064"/>
            <a:ext cx="301002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Low-stock alerts and system notifications with read/unread status, surfaced via the topbar bell icon.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24909" y="2427684"/>
            <a:ext cx="3446773" cy="2985591"/>
          </a:xfrm>
          <a:prstGeom prst="roundRect">
            <a:avLst>
              <a:gd name="adj" fmla="val 2894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3284" y="2646065"/>
            <a:ext cx="617125" cy="617141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944" y="2815729"/>
            <a:ext cx="277706" cy="2777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3284" y="3468886"/>
            <a:ext cx="30100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Reports Module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243284" y="3878064"/>
            <a:ext cx="301002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Generate filtered data reports and export directly to CSV — a new data delivery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736699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Multi-Table Transactions: The Sales Blueprint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20012" y="2393950"/>
            <a:ext cx="283897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One Form, Two Tables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20012" y="2885380"/>
            <a:ext cx="2838974" cy="1684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single form submission orchestrates writes across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two tables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simultaneously —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sales_items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within one request lifecycle.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67172" y="2393950"/>
            <a:ext cx="283897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 Pattern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67172" y="2885380"/>
            <a:ext cx="2838974" cy="316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into the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table to create the sale record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Multiple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 into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sales_items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each line item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First hands-on experience with transactional database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Stock Management Integration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160415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Atomic Inventory Updates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27607" y="3354685"/>
            <a:ext cx="5250426" cy="253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Completing a sale automatically decrements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products.stock_quantity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the inventory update happens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within the same transaction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as the sale insert.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27607" y="3665736"/>
            <a:ext cx="5250426" cy="390723"/>
          </a:xfrm>
          <a:prstGeom prst="roundRect">
            <a:avLst>
              <a:gd name="adj" fmla="val 11058"/>
            </a:avLst>
          </a:prstGeom>
          <a:solidFill>
            <a:srgbClr val="542C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3742829"/>
            <a:ext cx="128584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1767" y="3737670"/>
            <a:ext cx="4813477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Wrapping both operations in one transaction guarantees data consistency. If either step fails, the entire operation rolls back.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38" y="509588"/>
            <a:ext cx="4379009" cy="58388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569516"/>
            <a:ext cx="6179784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Notifications Architecture</a:t>
            </a:r>
            <a:endParaRPr lang="en-US" sz="3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376462"/>
            <a:ext cx="6179784" cy="14107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11771" y="1594743"/>
            <a:ext cx="564163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Read / Unread Tracking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611771" y="1971080"/>
            <a:ext cx="5641635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notification record carries a status flag, letting users distinguish new alerts from acknowledged ones at a glance.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2968030"/>
            <a:ext cx="6179784" cy="14298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11771" y="3186311"/>
            <a:ext cx="564163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Topbar Bell Icon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611771" y="3562648"/>
            <a:ext cx="5641635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utils.get_unread_notifications()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is called on every page load, driving the live unread count displayed in the navigation bar.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578648"/>
            <a:ext cx="6179784" cy="17097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11771" y="4796929"/>
            <a:ext cx="564163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Automatic Low-Stock Alerts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611771" y="5173266"/>
            <a:ext cx="5641635" cy="89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When inventory falls below the defined minimum threshold, a notification is triggered automatically — no manual intervention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00032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Reports &amp; CSV Export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50467"/>
            <a:ext cx="3436852" cy="3436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2086074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Two Delivery Modes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65050" y="2577505"/>
            <a:ext cx="681288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Reports module supports two distinct output formats depending on the user's intent.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65050" y="3421063"/>
            <a:ext cx="6812883" cy="1407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HTML View: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Reports page renders filtered data directly in the browser for interactive review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CSV Export: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reports.export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route streams a CSV file directly to the browser for download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5050" y="5014020"/>
            <a:ext cx="681288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pattern introduces an important concept: the same underlying data query can power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multiple response types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HTML rendering vs. file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10996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Folder Structure Expansion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19571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New Blueprints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68714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Three new Flask blueprint files extend the application's modular core: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3530699"/>
            <a:ext cx="512491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blueprints/sales.py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blueprints/notifications.py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blueprints/reports.py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3115" y="219571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New Template Folders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53115" y="2687141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Matching template directories keep views co-located with their blueprints: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3115" y="3530699"/>
            <a:ext cx="512491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templates/sales/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templates/notifications/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templates/reports/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A95B95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3115" y="4904482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modular architecture established in Milestones 1–2 is fully preserved and extended.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860623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Learning Tasks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5291898" y="1740694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86154" y="1800622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5960417" y="1811338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 a New Sale Status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960417" y="2220516"/>
            <a:ext cx="5511265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a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refunded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status and propagate it consistently across the sales list, dashboard KPIs, and the reports view.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91898" y="3309441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86154" y="3369370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960417" y="3380085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Extend Low-Stock Notifications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960417" y="3789263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Ensure low-stock alerts trigger automatically whenever stock falls below the minimum — not just on manual checks.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91898" y="4859139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86154" y="4919067"/>
            <a:ext cx="2742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5960417" y="4929783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Date-Range Filtering with CSV Export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960417" y="5338961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start/end date filters on the Reports page and confirm the CSV export respects the same filter parameters.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53095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Milestone 3 Checklist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936055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Verify each deliverable before marking Milestone 3 complete: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012" y="2496641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 sales with multiple line items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0012" y="2558256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012" y="2897783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Stock quantity decreases after a completed sale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0012" y="2959398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0012" y="3298924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Notifications list shows relevant low-stock alerts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0012" y="3360539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012" y="3700066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Reports page renders filtered data correctly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0012" y="3761680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012" y="4101207"/>
            <a:ext cx="1136125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CSV export downloads from the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reports.export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route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0012" y="4162822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012" y="4521398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25120" indent="-325120">
              <a:lnSpc>
                <a:spcPct val="133000"/>
              </a:lnSpc>
              <a:buSzPct val="100000"/>
              <a:buChar char="​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 "View All" (Sales) link is functional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0012" y="4583013"/>
            <a:ext cx="205675" cy="205680"/>
          </a:xfrm>
          <a:prstGeom prst="roundRect">
            <a:avLst>
              <a:gd name="adj" fmla="val 42012"/>
            </a:avLst>
          </a:prstGeom>
          <a:noFill/>
          <a:ln w="25399">
            <a:solidFill>
              <a:srgbClr val="A95B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012" y="5081984"/>
            <a:ext cx="10751670" cy="822821"/>
          </a:xfrm>
          <a:prstGeom prst="roundRect">
            <a:avLst>
              <a:gd name="adj" fmla="val 10502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5374977"/>
            <a:ext cx="257169" cy="205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88532" y="5339060"/>
            <a:ext cx="1048706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All six checks passing? You've completed Milestone 3. Well done.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2026-09-25T14:58:02Z</dcterms:created>
  <dcterms:modified xsi:type="dcterms:W3CDTF">2026-09-25T14:58:02Z</dcterms:modified>
</cp:coreProperties>
</file>