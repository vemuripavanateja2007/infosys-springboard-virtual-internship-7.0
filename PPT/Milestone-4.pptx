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ukta Light"/>
      <p:regular r:id="rId201314"/>
    </p:embeddedFont>
    <p:embeddedFont>
      <p:font typeface="Mukta Bold"/>
      <p:regular r:id="rId201315"/>
    </p:embeddedFont>
    <p:embeddedFont>
      <p:font typeface="Prompt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209403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ForecastIQ: Complete Sales Forecasting Platform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3660973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full-stack Flask platform delivering intelligent sales forecasting, inventory management, and real-time analytics — built for confident business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606822"/>
            <a:ext cx="617978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Overview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5291898" y="1413768"/>
            <a:ext cx="6179784" cy="1073745"/>
          </a:xfrm>
          <a:prstGeom prst="roundRect">
            <a:avLst>
              <a:gd name="adj" fmla="val 7544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91124" y="1612999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Full-Stack Web App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491124" y="1989336"/>
            <a:ext cx="5781332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Flask-based platform for inventory and sales management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291898" y="2668290"/>
            <a:ext cx="6179784" cy="1073745"/>
          </a:xfrm>
          <a:prstGeom prst="roundRect">
            <a:avLst>
              <a:gd name="adj" fmla="val 7544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91124" y="2867521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Forecasting Engine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491124" y="3243858"/>
            <a:ext cx="5781332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3-method ensemble predictions for robust accuracy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291898" y="3922812"/>
            <a:ext cx="6179784" cy="1073745"/>
          </a:xfrm>
          <a:prstGeom prst="roundRect">
            <a:avLst>
              <a:gd name="adj" fmla="val 7544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91124" y="4122043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Role-Based Access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491124" y="4498380"/>
            <a:ext cx="5781332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 admin and user permission controls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291898" y="5177334"/>
            <a:ext cx="6179784" cy="1073745"/>
          </a:xfrm>
          <a:prstGeom prst="roundRect">
            <a:avLst>
              <a:gd name="adj" fmla="val 7544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91124" y="5376565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Live KPI Dashboards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91124" y="5752902"/>
            <a:ext cx="5781332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reporting and analytics at a glance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495425"/>
            <a:ext cx="6823896" cy="38669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20742" y="867668"/>
            <a:ext cx="3457191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Features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8635486" y="1673126"/>
            <a:ext cx="284244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Authentication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635486" y="2121793"/>
            <a:ext cx="2842447" cy="89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 login, registration, and session management protect every entry point.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35486" y="3446562"/>
            <a:ext cx="284244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35486" y="3895229"/>
            <a:ext cx="2842447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KPIs, revenue trends, and inventory status in one unified view.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35486" y="4921052"/>
            <a:ext cx="284244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Management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35486" y="5369719"/>
            <a:ext cx="2842447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 inventory levels and manage restocking workflows with ease.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87503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Sales &amp; Inventory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857996"/>
            <a:ext cx="514337" cy="51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3629521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Transaction Processing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4038699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Multi-item sales with automatic stock deduction on every order.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625" y="2857996"/>
            <a:ext cx="514337" cy="514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625" y="3629521"/>
            <a:ext cx="34124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&amp; Supplier Management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89625" y="4324449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Centralized records for customers and suppliers across all operations.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9238" y="2857996"/>
            <a:ext cx="514337" cy="514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3629521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Low-Stock Alerts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59238" y="4038699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inventory tracking with automated alerts before stock runs out.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Forecasting Engine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86433"/>
            <a:ext cx="5250426" cy="5250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082627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Three Methods, One Powerful Prediction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27607" y="3276898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ForecastIQ's engine blends three proven statistical techniques into a single ensemble output — minimizing the weaknesses of any individual method.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27607" y="3569990"/>
            <a:ext cx="5250426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Moving Average: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Smooths out short-term noise and volatility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Exponential Smoothing: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Prioritizes the most recent sales signals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Linear Regression:</a:t>
            </a:r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Captures long-term directional trends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27607" y="4022427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ensemble approach produces forecasts that are more reliable than any single method alone.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669727"/>
            <a:ext cx="6179784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Confidence Scoring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898" y="1494730"/>
            <a:ext cx="6179784" cy="14399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14946" y="1716187"/>
            <a:ext cx="5635286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Automatic Confidence Scoring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614946" y="2100659"/>
            <a:ext cx="5635286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forecast carries a confidence percentage derived from prediction error analysis — generated automatically, no manual input required.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898" y="3121521"/>
            <a:ext cx="6179784" cy="14399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14946" y="3342977"/>
            <a:ext cx="5635286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Assess Forecast Reliability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614946" y="3727450"/>
            <a:ext cx="5635286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Stakeholders can immediately evaluate how much weight to place on any given forecast before making commitments.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898" y="4748312"/>
            <a:ext cx="6179784" cy="14399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14946" y="4969768"/>
            <a:ext cx="5635286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Smarter Purchasing Decisions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614946" y="5354241"/>
            <a:ext cx="5635286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Confidence scores directly guide inventory ordering and budget planning — reducing both overstock and stockout risk.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63798"/>
            <a:ext cx="3441912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 Controls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20012" y="1625699"/>
            <a:ext cx="3441912" cy="160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Administrators have full command over the platform — managing users, configuring system parameters, and enforcing data security through role-based permissions.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20012" y="3412430"/>
            <a:ext cx="3441912" cy="2711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User Management: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Create, deactivate, and monitor all user accounts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App Settings: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Configure currency, alert thresholds, and system parameters</a:t>
            </a:r>
            <a:endParaRPr lang="en-US" sz="1550" dirty="0"/>
          </a:p>
          <a:p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Role-Based Access:</a:t>
            </a:r>
            <a:pPr algn="l" marL="314960" indent="-314960">
              <a:lnSpc>
                <a:spcPct val="132000"/>
              </a:lnSpc>
              <a:buSzPct val="100000"/>
              <a:buChar char="•"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Ensures sensitive data stays protected at every level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2371" y="1497806"/>
            <a:ext cx="6815562" cy="38621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49889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Reporting &amp; Analytics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481858"/>
            <a:ext cx="1979166" cy="1223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3962202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Comprehensive Reports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4371380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Full sales and inventory reports covering every transaction and stock movement.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625" y="2481858"/>
            <a:ext cx="1979166" cy="1223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625" y="3962202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CSV Export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89625" y="4371380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Export any dataset for external analysis, sharing, or archiving with one click.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2481858"/>
            <a:ext cx="1979166" cy="1223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3962202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Historical Trends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59238" y="4371380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 performance over time with visual trend analysis built directly into the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09315"/>
            <a:ext cx="1075167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Technical Highlights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164259"/>
            <a:ext cx="6823896" cy="3336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656" y="2427865"/>
            <a:ext cx="1472446" cy="337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Hand-written Algorithms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81656" y="2818786"/>
            <a:ext cx="1472446" cy="293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ML library dependencies, transparent code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04105" y="2427865"/>
            <a:ext cx="1472446" cy="337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Blueprint Architecture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04105" y="2818786"/>
            <a:ext cx="1472446" cy="293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Modular, scalable, and maintainable design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81656" y="4183007"/>
            <a:ext cx="1347969" cy="16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SQLite Database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1656" y="4405428"/>
            <a:ext cx="1472446" cy="29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Proper schema design for reliability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97260" y="4183007"/>
            <a:ext cx="1367978" cy="16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Responsive Interface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97260" y="4405428"/>
            <a:ext cx="1472446" cy="29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web updates and UX focus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20742" y="1697038"/>
            <a:ext cx="345719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Built for Reliability &amp; Scale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20742" y="2145705"/>
            <a:ext cx="3457191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Every technical decision in ForecastIQ was made with maintainability and performance in mind — no black-box dependencies, clean architecture throughout.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20742" y="3504208"/>
            <a:ext cx="3457191" cy="258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Forecasting algorithms written from scratch — no external ML libraries</a:t>
            </a:r>
            <a:endParaRPr lang="en-US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Modular blueprint structure supports future feature expansion</a:t>
            </a:r>
            <a:endParaRPr lang="en-US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Relational database with a carefully designed schema</a:t>
            </a:r>
            <a:endParaRPr lang="en-US" sz="1500" dirty="0"/>
          </a:p>
          <a:p>
            <a:pPr algn="l" marL="304800" indent="-304800">
              <a:lnSpc>
                <a:spcPct val="129000"/>
              </a:lnSpc>
              <a:buSzPct val="100000"/>
              <a:buChar char="•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Responsive interface delivers real-time updates across devices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598091"/>
            <a:ext cx="617978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Ready for Production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5291898" y="1405037"/>
            <a:ext cx="6179784" cy="4854773"/>
          </a:xfrm>
          <a:prstGeom prst="roundRect">
            <a:avLst>
              <a:gd name="adj" fmla="val 1669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98248" y="1411387"/>
            <a:ext cx="6167085" cy="1359991"/>
          </a:xfrm>
          <a:custGeom>
            <a:avLst/>
            <a:gdLst/>
            <a:ahLst/>
            <a:cxnLst/>
            <a:rect l="l" t="t" r="r" b="b"/>
            <a:pathLst>
              <a:path w="6167085" h="1359991">
                <a:moveTo>
                  <a:pt x="67507" y="0"/>
                </a:moveTo>
                <a:lnTo>
                  <a:pt x="6099578" y="0"/>
                </a:lnTo>
                <a:arcTo hR="67509" wR="67507" stAng="16200000" swAng="5400000"/>
                <a:lnTo>
                  <a:pt x="6167085" y="1359991"/>
                </a:lnTo>
                <a:lnTo>
                  <a:pt x="0" y="1359991"/>
                </a:lnTo>
                <a:lnTo>
                  <a:pt x="0" y="67509"/>
                </a:lnTo>
                <a:arcTo hR="67509" wR="67507" stAng="10800000" swAng="5400000"/>
                <a:close/>
              </a:path>
            </a:pathLst>
          </a:custGeom>
          <a:solidFill>
            <a:srgbClr val="542C49"/>
          </a:solidFill>
          <a:ln/>
        </p:spPr>
      </p:sp>
      <p:sp>
        <p:nvSpPr>
          <p:cNvPr id="6" name="Text 3"/>
          <p:cNvSpPr/>
          <p:nvPr/>
        </p:nvSpPr>
        <p:spPr>
          <a:xfrm>
            <a:off x="5491124" y="1604268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Full Feature Parity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91124" y="1980605"/>
            <a:ext cx="5781332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Complete implementation of every capability in the original ForecastIQ specification.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298248" y="2771378"/>
            <a:ext cx="6167085" cy="1061045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9" name="Shape 6"/>
          <p:cNvSpPr/>
          <p:nvPr/>
        </p:nvSpPr>
        <p:spPr>
          <a:xfrm>
            <a:off x="5298248" y="2771378"/>
            <a:ext cx="6167085" cy="25400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10" name="Text 7"/>
          <p:cNvSpPr/>
          <p:nvPr/>
        </p:nvSpPr>
        <p:spPr>
          <a:xfrm>
            <a:off x="5491124" y="2964259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Tested &amp; Secure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491124" y="3340596"/>
            <a:ext cx="5781332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Authentication and authorization workflows fully validated end-to-end.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298248" y="3832423"/>
            <a:ext cx="6167085" cy="1061045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3" name="Shape 10"/>
          <p:cNvSpPr/>
          <p:nvPr/>
        </p:nvSpPr>
        <p:spPr>
          <a:xfrm>
            <a:off x="5298248" y="3832423"/>
            <a:ext cx="6167085" cy="25400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14" name="Text 11"/>
          <p:cNvSpPr/>
          <p:nvPr/>
        </p:nvSpPr>
        <p:spPr>
          <a:xfrm>
            <a:off x="5491124" y="4025305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Complete Workflows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91124" y="4401641"/>
            <a:ext cx="5781332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admin and user journeys implemented and verified for production use.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298248" y="4893469"/>
            <a:ext cx="6167085" cy="1359991"/>
          </a:xfrm>
          <a:custGeom>
            <a:avLst/>
            <a:gdLst/>
            <a:ahLst/>
            <a:cxnLst/>
            <a:rect l="l" t="t" r="r" b="b"/>
            <a:pathLst>
              <a:path w="6167085" h="1359991">
                <a:moveTo>
                  <a:pt x="0" y="0"/>
                </a:moveTo>
                <a:lnTo>
                  <a:pt x="6167085" y="0"/>
                </a:lnTo>
                <a:lnTo>
                  <a:pt x="6167085" y="1292483"/>
                </a:lnTo>
                <a:arcTo hR="67509" wR="67507" stAng="0" swAng="5400000"/>
                <a:lnTo>
                  <a:pt x="67507" y="1359991"/>
                </a:lnTo>
                <a:arcTo hR="67509" wR="67507" stAng="5400000" swAng="5400000"/>
                <a:lnTo>
                  <a:pt x="0" y="0"/>
                </a:lnTo>
                <a:close/>
              </a:path>
            </a:pathLst>
          </a:custGeom>
          <a:solidFill>
            <a:srgbClr val="542C49"/>
          </a:solidFill>
          <a:ln/>
        </p:spPr>
      </p:sp>
      <p:sp>
        <p:nvSpPr>
          <p:cNvPr id="17" name="Shape 14"/>
          <p:cNvSpPr/>
          <p:nvPr/>
        </p:nvSpPr>
        <p:spPr>
          <a:xfrm>
            <a:off x="5298248" y="4893469"/>
            <a:ext cx="6167085" cy="25400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18" name="Text 15"/>
          <p:cNvSpPr/>
          <p:nvPr/>
        </p:nvSpPr>
        <p:spPr>
          <a:xfrm>
            <a:off x="5491124" y="5086350"/>
            <a:ext cx="578133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Production-Ready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491124" y="5462687"/>
            <a:ext cx="5781332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Clean, documented codebase ready for deployment and stakeholder handoff.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2026-10-05T14:12:02Z</dcterms:created>
  <dcterms:modified xsi:type="dcterms:W3CDTF">2026-10-05T14:12:02Z</dcterms:modified>
</cp:coreProperties>
</file>